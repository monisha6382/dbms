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822960"/>
            <a:ext cx="2377440" cy="2743200"/>
          </a:xfrm>
          <a:prstGeom prst="can">
            <a:avLst/>
          </a:prstGeom>
          <a:solidFill>
            <a:srgbClr val="1C7293">
              <a:alpha val="30000"/>
            </a:srgbClr>
          </a:solidFill>
          <a:ln w="19050">
            <a:solidFill>
              <a:srgbClr val="1C7293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3840480"/>
            <a:ext cx="1463040" cy="1737360"/>
          </a:xfrm>
          <a:prstGeom prst="can">
            <a:avLst/>
          </a:prstGeom>
          <a:solidFill>
            <a:srgbClr val="F2994A">
              <a:alpha val="25000"/>
            </a:srgbClr>
          </a:solidFill>
          <a:ln w="19050">
            <a:solidFill>
              <a:srgbClr val="F2994A">
                <a:alpha val="5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 ·  BL2 – UNDERSTAND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File-Based Systems vs DBMS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with real-life case studies from Banking and Healthcare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709160"/>
            <a:ext cx="502920" cy="54864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846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Systems vs DBMS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DATABASES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File-Based Approach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834640" cy="2834640"/>
          </a:xfrm>
          <a:prstGeom prst="flowChartMagneticDisk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28346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application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its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data files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749040" y="1554480"/>
            <a:ext cx="7863840" cy="4297680"/>
          </a:xfrm>
          <a:prstGeom prst="roundRect">
            <a:avLst>
              <a:gd name="adj" fmla="val 1702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77640" y="1719072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977640" y="2121408"/>
            <a:ext cx="7406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redundancy — the same customer record is re-typed in every department's file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integrity control — inconsistent updates across duplicate copies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data isolation — data scattered across many formats and files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security — access control applied per program, not per data item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access problems — two programs updating a file can corrupt it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Systems vs DBMS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DBMS Approach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834640" cy="2834640"/>
          </a:xfrm>
          <a:prstGeom prst="can">
            <a:avLst/>
          </a:prstGeom>
          <a:solidFill>
            <a:srgbClr val="0B4F6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28346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shared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managed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DBMS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749040" y="1554480"/>
            <a:ext cx="7863840" cy="4297680"/>
          </a:xfrm>
          <a:prstGeom prst="roundRect">
            <a:avLst>
              <a:gd name="adj" fmla="val 1702"/>
            </a:avLst>
          </a:prstGeom>
          <a:solidFill>
            <a:srgbClr val="E4F0EC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77640" y="1719072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7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977640" y="2121408"/>
            <a:ext cx="74066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 control — one consistent source of truth for all applications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redundancy minimized through normalization and shared storage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constraints enforced automatically (e.g. primary keys, foreign keys)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access managed safely through transactions and locking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granular security via user roles and access privileges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Systems vs DBMS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TO HEAD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Side-by-Side Comparison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206240"/>
        </p:xfrm>
        <a:graphic>
          <a:graphicData uri="http://schemas.openxmlformats.org/drawingml/2006/table">
            <a:tbl>
              <a:tblPr/>
              <a:tblGrid>
                <a:gridCol w="2743200"/>
                <a:gridCol w="4160520"/>
                <a:gridCol w="4160520"/>
              </a:tblGrid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File-Based 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E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E3D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Redundancy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duplicated across 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Minimized via normalization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Integrity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Enforced manually in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Enforced by constraints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 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Prone to conflicts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via transactions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Limited, file-level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Fine-grained, role-based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&amp; Recovery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error-prone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recovery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Flexibility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custom programs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Declarative queries (SQL)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Systems vs DBMS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EVIDENCE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7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Real-Life Case Studies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EAF3F6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502920" cy="50292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— Core Banking Systems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era: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Ledgers were kept in separate file systems per branch; the same account balance could go out of sync between branches.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era: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Systems (e.g. Finacle, Flexcube) run on centralized relational DBMS, giving every branch and ATM the same, instantly consistent account view, with ACID transactions guaranteeing that a fund transfer never leaves money "lost" mid-way.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BEFE3"/>
          </a:solidFill>
          <a:ln/>
          <a:effectLst>
            <a:outerShdw sx="100000" sy="100000" kx="0" ky="0" algn="bl" rotWithShape="0" blurRad="76200" dist="25400" dir="5400000">
              <a:srgbClr val="9AAAB2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87452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18745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7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— Electronic Health Records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51460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era: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files were paper-based or held in isolated department files (lab, pharmacy, billing), risking missed allergies or duplicate tests.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era: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platforms (e.g. Epic, Cerner) store one patient record in a shared DBMS accessible to every department, enforcing referential integrity between patients, prescriptions and lab results, and improving both safety and speed of care.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File-Based Systems vs DBMS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2026-07-31T06:09:53Z</dcterms:created>
  <dcterms:modified xsi:type="dcterms:W3CDTF">2026-07-31T06:09:53Z</dcterms:modified>
</cp:coreProperties>
</file>