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-211" y="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6FC82-0503-423D-8943-04A9B007FCBE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2B8C09-4DD9-4279-A330-5B31A8467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71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9052560" y="-1280160"/>
            <a:ext cx="5486400" cy="5486400"/>
          </a:xfrm>
          <a:prstGeom prst="rect">
            <a:avLst/>
          </a:prstGeom>
          <a:solidFill>
            <a:srgbClr val="3B5BA5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10149840" y="3749040"/>
            <a:ext cx="3291840" cy="3291840"/>
          </a:xfrm>
          <a:prstGeom prst="rect">
            <a:avLst/>
          </a:prstGeom>
          <a:solidFill>
            <a:srgbClr val="FFB10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1371600" cy="137160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5" name="Image 0" descr="/home/claude/dbms_intro/icon_Fa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4963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468880" y="2240280"/>
            <a:ext cx="8961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Introduction to DBMS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•  Objectives  •  Advantages  •  Real-World Applications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 |  Database Management Systems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DBMS?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331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47548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4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Management System is software that creates, organizes, stores, and manages data, allowing users and applications to access and manipulate it efficiently and securely — without dealing with the data’s physical storage.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5349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</a:t>
            </a: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DBMS sits between users and raw data, acting as a controlled gateway so information can be created, queried, updated, and protected reliably.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2377440"/>
            <a:ext cx="1554480" cy="1234440"/>
          </a:xfrm>
          <a:prstGeom prst="roundRect">
            <a:avLst>
              <a:gd name="adj" fmla="val 8889"/>
            </a:avLst>
          </a:prstGeom>
          <a:solidFill>
            <a:srgbClr val="3B5BA5"/>
          </a:solidFill>
          <a:ln/>
        </p:spPr>
      </p:sp>
      <p:pic>
        <p:nvPicPr>
          <p:cNvPr id="7" name="Image 0" descr="/home/claude/dbms_intro/icon_Fa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560320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0" y="30906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82712" y="2866644"/>
            <a:ext cx="457200" cy="256032"/>
          </a:xfrm>
          <a:prstGeom prst="rightArrow">
            <a:avLst/>
          </a:prstGeom>
          <a:solidFill>
            <a:srgbClr val="FFB100"/>
          </a:solidFill>
          <a:ln/>
        </p:spPr>
      </p:sp>
      <p:sp>
        <p:nvSpPr>
          <p:cNvPr id="10" name="Shape 7"/>
          <p:cNvSpPr/>
          <p:nvPr/>
        </p:nvSpPr>
        <p:spPr>
          <a:xfrm>
            <a:off x="8366760" y="2377440"/>
            <a:ext cx="1554480" cy="123444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pic>
        <p:nvPicPr>
          <p:cNvPr id="11" name="Image 1" descr="/home/claude/dbms_intro/icon_Fa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2560320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0" y="30906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9994392" y="2866644"/>
            <a:ext cx="457200" cy="256032"/>
          </a:xfrm>
          <a:prstGeom prst="rightArrow">
            <a:avLst/>
          </a:prstGeom>
          <a:solidFill>
            <a:srgbClr val="FFB100"/>
          </a:solidFill>
          <a:ln/>
        </p:spPr>
      </p:sp>
      <p:sp>
        <p:nvSpPr>
          <p:cNvPr id="14" name="Shape 10"/>
          <p:cNvSpPr/>
          <p:nvPr/>
        </p:nvSpPr>
        <p:spPr>
          <a:xfrm>
            <a:off x="10378440" y="2377440"/>
            <a:ext cx="1554480" cy="1234440"/>
          </a:xfrm>
          <a:prstGeom prst="roundRect">
            <a:avLst>
              <a:gd name="adj" fmla="val 8889"/>
            </a:avLst>
          </a:prstGeom>
          <a:solidFill>
            <a:srgbClr val="3B5BA5"/>
          </a:solidFill>
          <a:ln/>
        </p:spPr>
      </p:sp>
      <p:pic>
        <p:nvPicPr>
          <p:cNvPr id="15" name="Image 2" descr="/home/claude/dbms_intro/icon_Fa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648" y="2560320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41280" y="30906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(Stored Data)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355080" y="3977640"/>
            <a:ext cx="5257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mediates every request between applications and stored data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5623560"/>
            <a:ext cx="11109960" cy="777240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5623560"/>
            <a:ext cx="10652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Oracle Database, Microsoft SQL Server, PostgreSQL, MongoDB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a DBMS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database management system is designed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bms_intro/icon_FaLayer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15798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220370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how data is stored from how it is used by applications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2011680"/>
            <a:ext cx="658368" cy="658368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9" name="Image 1" descr="/home/claude/dbms_intro/icon_FaArrowsRo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215798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8745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Control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132320" y="220370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duplicate data across files and tables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56616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dbms_intro/icon_FaUnlockKeyho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712464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42900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375818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rules so stored data stays accurate and valid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3640" y="3566160"/>
            <a:ext cx="658368" cy="658368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17" name="Image 3" descr="/home/claude/dbms_intro/icon_FaUser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3712464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342900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 Control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132320" y="375818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data access to authorized users only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1206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/home/claude/dbms_intro/icon_Fa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5266944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9834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Access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417320" y="531266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many users work with the data at the same time, safely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63640" y="5120640"/>
            <a:ext cx="658368" cy="658368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25" name="Image 5" descr="/home/claude/dbms_intro/icon_FaMagnifyingGlass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944" y="5266944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32320" y="49834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Retrieval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7132320" y="531266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fast, flexible querying of large data sets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Using a DBMS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organizations choose a DBMS over plain file storage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2F5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762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bms_intro/icon_FaLayer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32257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Minimized Redundancy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32735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copy of data instead of scattered duplicates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2F5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21762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bms_intro/icon_Fa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3225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Sharing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53712" y="32735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 and applications draw from the same source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2F5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02752" y="21762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bms_intro/icon_FaShieldHalv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23225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Security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02752" y="32735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 protect sensitive information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2F5FA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325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dbms_intro/icon_FaUnlockKeyho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47141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029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Data Integrity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54223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constraints keep data accurate and consistent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2F5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553712" y="4325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dbms_intro/icon_FaFloppyDi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447141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5029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53712" y="54223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tools guard against data loss or crashes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2F5FA"/>
          </a:solidFill>
          <a:ln/>
        </p:spPr>
      </p:sp>
      <p:sp>
        <p:nvSpPr>
          <p:cNvPr id="30" name="Shape 23"/>
          <p:cNvSpPr/>
          <p:nvPr/>
        </p:nvSpPr>
        <p:spPr>
          <a:xfrm>
            <a:off x="8302752" y="4325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dbms_intro/icon_FaChart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056" y="447141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5029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Data Access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02752" y="54223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and query optimization speed up retrieval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9235440" y="-1097280"/>
            <a:ext cx="4572000" cy="4572000"/>
          </a:xfrm>
          <a:prstGeom prst="rect">
            <a:avLst/>
          </a:prstGeom>
          <a:solidFill>
            <a:srgbClr val="3B5BA5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 of DBMS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Wherever large, structured data must be stored and queried reliably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B5B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21992"/>
            <a:ext cx="530352" cy="530352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7" name="Image 0" descr="/home/claude/dbms_intro/icon_FaBuildingColum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3591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834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records, transactions, fraud detection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B5B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53712" y="2221992"/>
            <a:ext cx="530352" cy="530352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12" name="Image 1" descr="/home/claude/dbms_intro/icon_FaPlaneDepar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35915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834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26280" y="3200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Reservations, scheduling, ticketing systems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196596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B5BA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02752" y="2221992"/>
            <a:ext cx="530352" cy="530352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17" name="Image 2" descr="/home/claude/dbms_intro/icon_FaCartShopp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235915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2834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75320" y="3200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catalogs, orders, customer profiles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9776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B5BA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04672" y="4233672"/>
            <a:ext cx="530352" cy="530352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22" name="Image 3" descr="/home/claude/dbms_intro/icon_FaGraduationC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37083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846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77240" y="52120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records, grades, course management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97680" y="39776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B5BA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53712" y="4233672"/>
            <a:ext cx="530352" cy="530352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27" name="Image 4" descr="/home/claude/dbms_intro/icon_FaHospit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370832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26280" y="4846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26280" y="52120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records, prescriptions, appointment history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46720" y="39776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3B5BA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02752" y="4233672"/>
            <a:ext cx="530352" cy="530352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32" name="Image 5" descr="/home/claude/dbms_intro/icon_FaMobileScreenButt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912" y="4370832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75320" y="4846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275320" y="52120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records, billing, network usage data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Microsoft Office PowerPoint</Application>
  <PresentationFormat>Custom</PresentationFormat>
  <Paragraphs>62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monisha D</cp:lastModifiedBy>
  <cp:revision>1</cp:revision>
  <dcterms:created xsi:type="dcterms:W3CDTF">2026-07-29T04:40:36Z</dcterms:created>
  <dcterms:modified xsi:type="dcterms:W3CDTF">2026-07-29T04:42:24Z</dcterms:modified>
</cp:coreProperties>
</file>