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·  BL1 – REMEMBER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Models: Hierarchical,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Relational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industry use cases for the three classic ways of structuring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Hierarchical, Network, Relational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0" y="1691640"/>
            <a:ext cx="2194560" cy="59436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1691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286000"/>
            <a:ext cx="201168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2286000"/>
            <a:ext cx="201168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743200"/>
            <a:ext cx="219456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7432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743200"/>
            <a:ext cx="219456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7432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3337560"/>
            <a:ext cx="82296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337560"/>
            <a:ext cx="82296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379476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3337560"/>
            <a:ext cx="82296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337560"/>
            <a:ext cx="1188720" cy="45720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79476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379476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form a strict parent–child tree: each child has exactly one parent (1:N relationships only).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0" y="169164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06840" y="18562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006840" y="2240280"/>
            <a:ext cx="2194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IMS (1966) for banking transactions; modern XML documents and file-system directory trees follow this model.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Hierarchical, Network, Relational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GRAPH-STRUCTURED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0" y="1645920"/>
            <a:ext cx="2011680" cy="54864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20116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2834640"/>
            <a:ext cx="20116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834640"/>
            <a:ext cx="20116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20116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4023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03120" y="2194560"/>
            <a:ext cx="3017520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94560"/>
            <a:ext cx="914400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194560"/>
            <a:ext cx="1188720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383280"/>
            <a:ext cx="9144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3383280"/>
            <a:ext cx="1920240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383280"/>
            <a:ext cx="1920240" cy="64008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can have multiple parents and multiple children — a graph, not a strict tree — modeled with CODASYL "owner–member" sets.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78240" y="16459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06840" y="1810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06840" y="2194560"/>
            <a:ext cx="2194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IDMS and early airline reservation systems (multi-leg bookings linking flights, passengers &amp; agents).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Hierarchical, Network, Relational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TABLE-STRUCTURED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114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 (PK)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291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29184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10312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468880"/>
            <a:ext cx="3291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 (FK)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283464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2918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210312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prod_id (PK)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2468880"/>
            <a:ext cx="3291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(FK)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103120"/>
            <a:ext cx="548640" cy="914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2103120"/>
            <a:ext cx="548640" cy="914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tables (relations) linked purely by shared key values — no embedded pointers. Operations are expressed declaratively (SQL) rather than by navigation.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47365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Oracle DB power banking, e-commerce, healthcare and virtually every modern transactional system.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Hierarchical, Network, Relational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Models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92608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IMS, XML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 via 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IDMS, CODASYL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 via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Oracle, 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model's simplicity, mathematical grounding (set theory) and SQL standardization made it the dominant choice — hierarchical and network models persist mainly in legacy and specialized systems.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Models: Hierarchical, Network, Relational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2026-07-31T06:11:25Z</dcterms:created>
  <dcterms:modified xsi:type="dcterms:W3CDTF">2026-07-31T06:11:25Z</dcterms:modified>
</cp:coreProperties>
</file>