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 Weak Entities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ER Modeling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dependent entities are identified and represented, with real-world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&amp; SELF-IDENTIFYING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108960" cy="9144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3108960" cy="502920"/>
          </a:xfrm>
          <a:prstGeom prst="rect">
            <a:avLst/>
          </a:prstGeom>
          <a:solidFill>
            <a:srgbClr val="FBEFE3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(PK)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108960" cy="50292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salary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7315200" cy="4023360"/>
          </a:xfrm>
          <a:prstGeom prst="roundRect">
            <a:avLst>
              <a:gd name="adj" fmla="val 181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8562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Characteristics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2258568"/>
            <a:ext cx="6858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that uniquely identifies each instance, independent of any other entity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in ER diagrams with a single-line rectangle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does not depend on any other entity — deleting a related entity doesn't force its deletion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EMPLOYEE — identified uniquely by emp_id regardless of department or project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&amp; PARTIALLY-IDENTIFIED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017520" cy="7315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291840" cy="502920"/>
          </a:xfrm>
          <a:prstGeom prst="rect">
            <a:avLst/>
          </a:prstGeom>
          <a:solidFill>
            <a:srgbClr val="FBEFE3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dep_name (Partial Key)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291840" cy="50292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relationship, DOB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7315200" cy="4023360"/>
          </a:xfrm>
          <a:prstGeom prst="roundRect">
            <a:avLst>
              <a:gd name="adj" fmla="val 1818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8562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Characteristics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6280" y="2258568"/>
            <a:ext cx="6858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standalone primary key — only a partial key that distinguishes it among owner's records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with a double-outlined rectangle; its identifying relationship uses a double diamond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depends entirely on its owner (strong) entity — deleting the owner deletes the weak entity too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DEPENDENT of an EMPLOYEE — identified by dep_name only in combination with emp_id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Examples, Side by Side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02336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primary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key + owner's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Notation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Single-line rectangle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Double-line rectangle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owner 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(order_id)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 (line_no + order_id)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BANK_BRANCH (branch_id)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SAFE_DEPOSIT_BOX (box_no + branch_id)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(hotel_id)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(room_no + hotel_id)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Points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entities stand alone with a complete primary key; weak entities need an owner's key to be fully identified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identifying relationship connecting a weak entity to its owner is typically total participation and 1:N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owner entity cascades and deletes its dependent weak entities (referential integrity)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strong vs weak entities is essential for correct primary/foreign key design during ER-to-relational mapping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2026-07-31T06:15:43Z</dcterms:created>
  <dcterms:modified xsi:type="dcterms:W3CDTF">2026-07-31T06:15:43Z</dcterms:modified>
</cp:coreProperties>
</file>