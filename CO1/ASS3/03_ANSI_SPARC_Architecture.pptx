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 ·  BL2 – UNDERSTAND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Three-Level ANSI/SPARC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databases separate what users see from how data is physically stored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Separate the Levels?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 1975 by the ANSI/SPARC Study Group, the architecture splits a database into three layers so that changes at one layer do not force changes at another.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see the same data differently, tailored to their needs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680" y="25146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BEFE3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306324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can change without breaking applications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214884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532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75320" y="306324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conceptual schema governs the entire organization's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75320" y="2148840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Schema Levels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194560" y="1508760"/>
            <a:ext cx="77724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508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  (View Level)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 views — each tailored to a specific user group or application (e.g. teller view, manager view)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2999232"/>
            <a:ext cx="9144" cy="292608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9992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3291840"/>
            <a:ext cx="7772400" cy="10058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3291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  (Logical Level)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view of the whole database — entities, relationships, constraints — independent of any single application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4782312"/>
            <a:ext cx="9144" cy="292608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782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5074920"/>
            <a:ext cx="7772400" cy="100584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50749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  (Physical Level)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6080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— file organization, indexes, access paths on disk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INTO PRACTICE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A Banking Database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 sees: Customer Name, Account No., Balance.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sees: Branch-wise totals &amp; loan summaries.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0848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84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8105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schema: CUSTOMER, ACCOUNT, BRANCH, LOAN tables with primary/foreign key relationships and constraints.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20848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084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18105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75320" y="2194560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as B+ tree indexed files on disk, with ACCOUNT table partitioned by branch code for fast retrieval.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208483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71E3D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084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DBA re-indexes the ACCOUNT table (internal level), neither the conceptual schema nor the teller's screen needs to change — this is physical data independence in action.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Brief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10607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 provides personalized, need-to-know views for different users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 defines the single, organization-wide logical structure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 manages efficient physical storage, independent of logic and views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between levels are what deliver logical and physical data independence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layered design is the conceptual foundation behind every modern DBMS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2026-07-31T06:10:54Z</dcterms:created>
  <dcterms:modified xsi:type="dcterms:W3CDTF">2026-07-31T06:10:54Z</dcterms:modified>
</cp:coreProperties>
</file>