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 ·  BL2 – UNDERSTAND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&amp; Physical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isolating schema layers is central to DBMS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in DBMS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Independence?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is the capacity to change a schema at one level of the ANSI/SPARC architecture without having to change the schema at the next higher level.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310896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834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3749040"/>
            <a:ext cx="9144" cy="27432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050" dirty="0"/>
          </a:p>
          <a:p>
            <a:pPr indent="0" marL="0">
              <a:buNone/>
            </a:pPr>
            <a:r>
              <a:rPr lang="en-US" sz="105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1600" y="4023360"/>
            <a:ext cx="3108960" cy="9144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4937760"/>
            <a:ext cx="9144" cy="27432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800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050" dirty="0"/>
          </a:p>
          <a:p>
            <a:pPr indent="0" marL="0">
              <a:buNone/>
            </a:pPr>
            <a:r>
              <a:rPr lang="en-US" sz="1050" b="1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71600" y="5212080"/>
            <a:ext cx="3108960" cy="91440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212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999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Types, Two Boundaries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338328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 shields applications from changes to the conceptual schema.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 shields the conceptual schema from changes to physical storage.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in DBMS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⟷ CONCEPTUAL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conceptual schema (e.g. add a new table, add/remove an attribute) without altering existing external views or application programs.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E4F0EC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2278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&amp; Notes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30168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EMAIL column to the CUSTOMER table does not break the teller's existing screen, which never referenced it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one large ACCOUNT table into ACCOUNT + ACCOUNT_HISTORY for better design, while keeping the same external view via a mapping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harder to achieve than physical independence, since applications are logically closer to the conceptual schema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in DBMS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⟷ INTERNAL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internal (physical storage) schema — file organization, indexing, storage devices — without altering the conceptual schema or any application.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FBEFE3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2278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&amp; Notes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30168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DATABASE from spinning disks to SSD storage requires no change to any table definition or query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index on ACCOUNT.account_no to speed up lookups is invisible to every application using the table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easier to achieve, since it only requires updating the mapping between conceptual and internal levels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in DBMS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 in DBMS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maintenance cost — schema evolution doesn't cascade into rewriting every application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performance tuning (indexing, partitioning, storage changes) with zero application downtime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multiple, independent user views over one shared conceptual schema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entire justification for the three-level ANSI/SPARC architecture discussed earlier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defining feature that separates true DBMS from primitive file-based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in DBMS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2026-07-31T06:15:43Z</dcterms:created>
  <dcterms:modified xsi:type="dcterms:W3CDTF">2026-07-31T06:15:43Z</dcterms:modified>
</cp:coreProperties>
</file>